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02311C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5528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EVERTS PLATFORM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Handleiding EVA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Praktische basisgids voor alle medewerkers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4800600"/>
            <a:ext cx="5212080" cy="502920"/>
          </a:xfrm>
          <a:prstGeom prst="roundRect">
            <a:avLst>
              <a:gd name="adj" fmla="val 49091"/>
            </a:avLst>
          </a:prstGeom>
          <a:solidFill>
            <a:srgbClr val="0B4A2C"/>
          </a:solidFill>
          <a:ln w="12700">
            <a:solidFill>
              <a:srgbClr val="61AC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800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aanvraag tot oplevering — op één plek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 1.0   ·   28 juli 2026   ·   Levend document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Everts Groep · Enschede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EVA?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is het centrale platform van Everts Groep. Alles rond een klus staat erin en is met elkaar verbonden — van de eerste aanvraag tot de laatste factuur.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78608"/>
            <a:ext cx="402336" cy="40233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57860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Hoofdproces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Aanvraag → offerte → opdracht → oplevering → factuur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9392" y="22860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578608"/>
            <a:ext cx="402336" cy="40233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257860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48072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werkt wanneer op welk project, plus de bedrijfsagenda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0144" y="22860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578608"/>
            <a:ext cx="402336" cy="40233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257860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78824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4464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Klanten, contactpersonen en particulieren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480560"/>
            <a:ext cx="402336" cy="40233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480560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4622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Financieel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Facturen, uren en managementoverzichten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79392" y="4187952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480560"/>
            <a:ext cx="402336" cy="40233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27" name="Text 25"/>
          <p:cNvSpPr/>
          <p:nvPr/>
        </p:nvSpPr>
        <p:spPr>
          <a:xfrm>
            <a:off x="4443984" y="4480560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48072" y="44622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53712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EvertsCalc, formulieren, actielijsten, wagenpark, KAM/VGM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10144" y="4187952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4480560"/>
            <a:ext cx="402336" cy="40233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32" name="Text 30"/>
          <p:cNvSpPr/>
          <p:nvPr/>
        </p:nvSpPr>
        <p:spPr>
          <a:xfrm>
            <a:off x="8174736" y="4480560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78824" y="44622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 maat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84464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alleen wat je nodig hebt — bepaald door je rechten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SLAG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Inloggen en de eerste keer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Inloggen met je Everts Microsoft-account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84048" cy="384048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1168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EVA in je browser of tik op het EVA-pictogram op je telefoon.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761488"/>
            <a:ext cx="384048" cy="384048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6148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715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"Inloggen met Microsoft".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511296"/>
            <a:ext cx="384048" cy="384048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51129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46557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met je Everts-account, net als bij Outlook of Teams.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261104"/>
            <a:ext cx="384048" cy="384048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6110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21538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komt automatisch op je Overzicht terecht.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463040"/>
            <a:ext cx="4754880" cy="2423160"/>
          </a:xfrm>
          <a:prstGeom prst="roundRect">
            <a:avLst>
              <a:gd name="adj" fmla="val 3774"/>
            </a:avLst>
          </a:prstGeom>
          <a:solidFill>
            <a:srgbClr val="ECFAF0"/>
          </a:solidFill>
          <a:ln w="12700">
            <a:solidFill>
              <a:srgbClr val="BFE6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eerste keer instellen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205740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Profielfoto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zichtbaar in de app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Handtekening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voor werkbonnen &amp; offertes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Notificaties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de app en/of per e-mail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0" y="4069080"/>
            <a:ext cx="4754880" cy="1600200"/>
          </a:xfrm>
          <a:prstGeom prst="roundRect">
            <a:avLst>
              <a:gd name="adj" fmla="val 5714"/>
            </a:avLst>
          </a:prstGeom>
          <a:solidFill>
            <a:srgbClr val="FFF6E6"/>
          </a:solidFill>
          <a:ln w="12700">
            <a:solidFill>
              <a:srgbClr val="F0D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Nog geen toegang?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4572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werkt alleen met accounts die de beheerder heeft vrijgegeven. Je maakt geen apart wachtwoord aan en je kunt jezelf niet registreren.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ORIËNTATIE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interface — waar vind je wat?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zijbalk (hoofdmenu)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Hoofdproces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Aanvragen · Offertes · Opdrachten · Servicedesk · Afgesloten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1638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Projectplanning · Medewerkerplanning · Bedrijfsagenda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8953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Relaties · Medewerkers · Wagenpark · KAM/VGM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6268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Facturen · Uren · Management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3583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Formulieren · Actielijsten · EvertsCalc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topbalk (rechtsboven)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2194560"/>
            <a:ext cx="310896" cy="31089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19456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1396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0" y="24323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direct naar een klant of project — Ctrl/⌘ + 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310896" cy="31089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92608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8712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Sterretje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40880" y="31638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is nieuw" — rood stipje = ongelezen nieuws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3657600"/>
            <a:ext cx="310896" cy="31089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65760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602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?-knop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40880" y="38953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 over precies de pagina waar je nu bent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4389120"/>
            <a:ext cx="310896" cy="31089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38912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3342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/ maan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46268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Wissel tussen licht en donker thema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5120640"/>
            <a:ext cx="310896" cy="310896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512064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5065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Belletje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040880" y="53583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meldingen (notificaties)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1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HART VAN EVA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hoofdproces — één dossier dat meegroeit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07530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Aanvraag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74190" y="22860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57070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07530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070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57070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2619" y="22860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65499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07530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5499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5499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1049" y="22860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73929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07530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3929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73929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99478" y="22860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82358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07530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2358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82358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Oplevering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07908" y="22860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90788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07530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0788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90788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Factuur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16338" y="22860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199218" y="2286000"/>
            <a:ext cx="1443838" cy="1051560"/>
          </a:xfrm>
          <a:prstGeom prst="roundRect">
            <a:avLst>
              <a:gd name="adj" fmla="val 6957"/>
            </a:avLst>
          </a:prstGeom>
          <a:solidFill>
            <a:srgbClr val="0B4A2C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99218" y="2395728"/>
            <a:ext cx="14438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199218" y="2743200"/>
            <a:ext cx="1443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Afgesloten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vindt elke stap als apart menu-item onder "Hoofdproces". Hetzelfde dossier schuift telkens verder — je hoeft niets over te typen. De koppeling naar de geaccepteerde offerteversie blijft altijd bewaard.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194560" y="4892040"/>
            <a:ext cx="7772400" cy="1234440"/>
          </a:xfrm>
          <a:prstGeom prst="roundRect">
            <a:avLst>
              <a:gd name="adj" fmla="val 7407"/>
            </a:avLst>
          </a:prstGeom>
          <a:solidFill>
            <a:srgbClr val="063A22"/>
          </a:solidFill>
          <a:ln w="12700">
            <a:solidFill>
              <a:srgbClr val="2E6B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Nieuwe aanvraag maken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468880" y="539496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Aanvragen  ›  Nieuwe aanvraag  ›  vul opdrachtgever, omschrijving, werkmaatschappij, categorie en adres in  ›  Opslaan.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EEN DOSSIER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tabbladen van een dossier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in een lijst op een dossier om het te openen. De zijbalk toont dan de tabbladen. Niet elk tabblad staat er altijd — sommige verschijnen pas in een latere fase of als een optie aanstaat.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42616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42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Kerngegevens, status, rollen, datums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224028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642616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642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56632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Bestanden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56632" y="2788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 en foto’s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224028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642616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2642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87384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87384" y="2788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begroting van de klus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4787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950208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9502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7307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Werkbegroting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0965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begroting van de opdracht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79392" y="354787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3950208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39502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56632" y="37307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56632" y="40965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Ingeplande dagen en mensen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354787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3950208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39502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87384" y="37307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87384" y="40965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bij dit dossier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85546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5257800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257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03834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Meerwerk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25880" y="540410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werk (met klantakkoord)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79392" y="485546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5424" y="5257800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43984" y="5257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56632" y="503834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Oplevering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056632" y="540410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Opleverpunten en oplevering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10144" y="485546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66176" y="5257800"/>
            <a:ext cx="365760" cy="365760"/>
          </a:xfrm>
          <a:prstGeom prst="ellipse">
            <a:avLst/>
          </a:prstGeom>
          <a:solidFill>
            <a:srgbClr val="ECFAF0"/>
          </a:solidFill>
          <a:ln w="12700">
            <a:solidFill>
              <a:srgbClr val="00943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74736" y="5257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87384" y="503834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Financieel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787384" y="540410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en opbrengsten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KERNFUNCTIES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belangrijkste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128016"/>
          </a:xfrm>
          <a:prstGeom prst="roundRect">
            <a:avLst>
              <a:gd name="adj" fmla="val 42857"/>
            </a:avLst>
          </a:prstGeom>
          <a:solidFill>
            <a:srgbClr val="009439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38528"/>
            <a:ext cx="566928" cy="566928"/>
          </a:xfrm>
          <a:prstGeom prst="ellipse">
            <a:avLst/>
          </a:prstGeom>
          <a:solidFill>
            <a:srgbClr val="ECFAF0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0906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Klanten, contactpersonen en particulieren beheren.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554480"/>
            <a:ext cx="3611880" cy="128016"/>
          </a:xfrm>
          <a:prstGeom prst="roundRect">
            <a:avLst>
              <a:gd name="adj" fmla="val 42857"/>
            </a:avLst>
          </a:prstGeom>
          <a:solidFill>
            <a:srgbClr val="00943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938528"/>
            <a:ext cx="566928" cy="566928"/>
          </a:xfrm>
          <a:prstGeom prst="ellipse">
            <a:avLst/>
          </a:prstGeom>
          <a:solidFill>
            <a:srgbClr val="ECFAF0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EvertsCalc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0906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Calculaties en offertes; bibliotheek met recepten en materialen.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10144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554480"/>
            <a:ext cx="3611880" cy="128016"/>
          </a:xfrm>
          <a:prstGeom prst="roundRect">
            <a:avLst>
              <a:gd name="adj" fmla="val 42857"/>
            </a:avLst>
          </a:prstGeom>
          <a:solidFill>
            <a:srgbClr val="009439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2752" y="1938528"/>
            <a:ext cx="566928" cy="566928"/>
          </a:xfrm>
          <a:prstGeom prst="ellipse">
            <a:avLst/>
          </a:prstGeom>
          <a:solidFill>
            <a:srgbClr val="ECFAF0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02752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02752" y="30906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 en medewerkerplanning, bedrijfsagenda, werkbonnen.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86200"/>
            <a:ext cx="3611880" cy="128016"/>
          </a:xfrm>
          <a:prstGeom prst="roundRect">
            <a:avLst>
              <a:gd name="adj" fmla="val 42857"/>
            </a:avLst>
          </a:prstGeom>
          <a:solidFill>
            <a:srgbClr val="009439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" y="4270248"/>
            <a:ext cx="566928" cy="566928"/>
          </a:xfrm>
          <a:prstGeom prst="ellipse">
            <a:avLst/>
          </a:prstGeom>
          <a:solidFill>
            <a:srgbClr val="ECFAF0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270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Servicedesk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1248" y="54223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ingang voor storingen en regie-/serviceklussen.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79392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9392" y="3886200"/>
            <a:ext cx="3611880" cy="128016"/>
          </a:xfrm>
          <a:prstGeom prst="roundRect">
            <a:avLst>
              <a:gd name="adj" fmla="val 42857"/>
            </a:avLst>
          </a:prstGeom>
          <a:solidFill>
            <a:srgbClr val="009439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4270248"/>
            <a:ext cx="566928" cy="566928"/>
          </a:xfrm>
          <a:prstGeom prst="ellipse">
            <a:avLst/>
          </a:prstGeom>
          <a:solidFill>
            <a:srgbClr val="ECFAF0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70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Formulieren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0" y="54223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formulieren samenstellen en (mobiel) invullen.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10144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0144" y="3886200"/>
            <a:ext cx="3611880" cy="128016"/>
          </a:xfrm>
          <a:prstGeom prst="roundRect">
            <a:avLst>
              <a:gd name="adj" fmla="val 42857"/>
            </a:avLst>
          </a:prstGeom>
          <a:solidFill>
            <a:srgbClr val="009439"/>
          </a:solidFill>
          <a:ln/>
        </p:spPr>
      </p:sp>
      <p:sp>
        <p:nvSpPr>
          <p:cNvPr id="36" name="Shape 34"/>
          <p:cNvSpPr/>
          <p:nvPr/>
        </p:nvSpPr>
        <p:spPr>
          <a:xfrm>
            <a:off x="8302752" y="4270248"/>
            <a:ext cx="566928" cy="566928"/>
          </a:xfrm>
          <a:prstGeom prst="ellipse">
            <a:avLst/>
          </a:prstGeom>
          <a:solidFill>
            <a:srgbClr val="ECFAF0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4270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302752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Facturen &amp; Management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302752" y="54223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Verkoopfacturen, uren en stuuroverzichten.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Rollen, rechten en samenwerken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9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werkt met rechten per module. Daarom ziet niet iedereen hetzelfde menu.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7ECEF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64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onderdeel staat niet in jouw zijbalk.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79392" y="21488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CFAF0"/>
          </a:solidFill>
          <a:ln w="15875">
            <a:solidFill>
              <a:srgbClr val="DCE3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Lezen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99432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bekijken, maar niet wijzigen.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0144" y="21488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009439"/>
          </a:solidFill>
          <a:ln w="15875">
            <a:solidFill>
              <a:srgbClr val="0094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Muteren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30184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bekijken én aanpassen.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 binnen een dossier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van rechten heeft een dossier rollen — wie is bijvoorbeeld calculator en wie projectleider. Die stel je in op het Informatie-tabblad. Rollen bepalen ook welke dossiers op jouw persoonlijke Overzicht verschijnen. Wijzigingen zijn direct voor collega’s zichtbaar; jullie werken in dezelfde live-gegevens.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HANDIG OM TE WETEN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vind je hulp?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548640" cy="548640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?-knop rechtsboven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1762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 over precies de pagina waar je nu bent.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92808"/>
            <a:ext cx="548640" cy="548640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Zoeken (Ctrl/⌘ + K)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78040" y="21762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direct naar een klant, project of dossier.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2095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nieuw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357530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sterretje toont nieuwe functies; stipje = ongelezen.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2953512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91840"/>
            <a:ext cx="548640" cy="548640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2095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Automatisch uitloggen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357530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eind van de werkdag; log opnieuw in met Microsoft.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352544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690872"/>
            <a:ext cx="548640" cy="548640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46085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Iets ziet er vreemd uit?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54480" y="497433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Ververs de pagina (F5); helpt dat niet, log uit en weer in.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352544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690872"/>
            <a:ext cx="548640" cy="548640"/>
          </a:xfrm>
          <a:prstGeom prst="ellipse">
            <a:avLst/>
          </a:prstGeom>
          <a:solidFill>
            <a:srgbClr val="009439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6085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Mobiel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78040" y="497433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Werkbonnen, uren en formulieren werken ook op je telefoon.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Handleiding EVA · Everts Groep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36392" cy="6858000"/>
          </a:xfrm>
          <a:prstGeom prst="rect">
            <a:avLst/>
          </a:prstGeom>
          <a:solidFill>
            <a:srgbClr val="02311C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1325880" cy="1325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160" y="2468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 de slag met EVA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611880" y="33832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met je Microsoft-account en verken je Overzicht. Vragen? Gebruik de ?-knop op elke pagina of vraag je beheerder.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611880" y="4480560"/>
            <a:ext cx="6583680" cy="548640"/>
          </a:xfrm>
          <a:prstGeom prst="roundRect">
            <a:avLst>
              <a:gd name="adj" fmla="val 48333"/>
            </a:avLst>
          </a:prstGeom>
          <a:solidFill>
            <a:srgbClr val="0B4A2C"/>
          </a:solidFill>
          <a:ln w="12700">
            <a:solidFill>
              <a:srgbClr val="61AC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11880" y="4480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Levend document — houd "Wat is nieuw" in de gaten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1188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EVERTS.  ·  Everts Groep · Enschede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Handleiding EVA</dc:title>
  <dc:subject>PptxGenJS Presentation</dc:subject>
  <dc:creator>Everts Groep</dc:creator>
  <cp:lastModifiedBy>Everts Groep</cp:lastModifiedBy>
  <cp:revision>1</cp:revision>
  <dcterms:created xsi:type="dcterms:W3CDTF">2026-07-28T20:19:57Z</dcterms:created>
  <dcterms:modified xsi:type="dcterms:W3CDTF">2026-07-28T20:19:57Z</dcterms:modified>
</cp:coreProperties>
</file>